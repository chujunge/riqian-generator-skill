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dc0cb6a4d4df4" /><Relationship Type="http://schemas.openxmlformats.org/officeDocument/2006/relationships/extended-properties" Target="/docProps/app.xml" Id="R4dd1b1d20ce941b6" /><Relationship Type="http://schemas.openxmlformats.org/officeDocument/2006/relationships/officeDocument" Target="/ppt/presentation.xml" Id="Rc3046288715c48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e33d6b4d24167"/>
  </p:sldMasterIdLst>
  <p:notesMasterIdLst>
    <p:notesMasterId xmlns:r="http://schemas.openxmlformats.org/officeDocument/2006/relationships" r:id="R9565779406554c42"/>
  </p:notesMasterIdLst>
  <p:sldIdLst>
    <p:sldId xmlns:r="http://schemas.openxmlformats.org/officeDocument/2006/relationships" id="256" r:id="Re4835d3f612a4816"/>
  </p:sldIdLst>
  <p:sldSz cx="7315200" cy="14971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3347b7a9154a3c" /><Relationship Type="http://schemas.openxmlformats.org/officeDocument/2006/relationships/slideMaster" Target="/ppt/slideMasters/slideMaster1.xml" Id="R43ce33d6b4d24167" /><Relationship Type="http://schemas.openxmlformats.org/officeDocument/2006/relationships/notesMaster" Target="/ppt/notesMasters/notesMaster1.xml" Id="R9565779406554c42" /><Relationship Type="http://schemas.openxmlformats.org/officeDocument/2006/relationships/presProps" Target="/ppt/presProps.xml" Id="R786de36ae50541a5" /><Relationship Type="http://schemas.openxmlformats.org/officeDocument/2006/relationships/tableStyles" Target="/ppt/tableStyles.xml" Id="R4272c6b693074c72" /><Relationship Type="http://schemas.openxmlformats.org/officeDocument/2006/relationships/slide" Target="/ppt/slides/slide1.xml" Id="Re4835d3f612a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d2e984b14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20be7ebea4b5f" /><Relationship Type="http://schemas.openxmlformats.org/officeDocument/2006/relationships/notesMaster" Target="/ppt/notesMasters/notesMaster1.xml" Id="R29c33cb6f79441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3cf655d4946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1294fb2f744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bc93b21a940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83b5b4a6c4d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b0dfad08142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05d9d1b884b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92DF5-22F7-406E-8144-9BF422526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5655843"/>
            <a:ext cx="5852160" cy="2162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9BEF19-91C2-46BE-BCBE-AAD811B3B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97280" y="8234243"/>
            <a:ext cx="5120640" cy="1663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AF6ABF-756D-4452-AE8F-B7BE7FBB0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6238063"/>
            <a:ext cx="5852160" cy="2495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20E8FB-5615-41AC-AB44-57358D114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1164438"/>
            <a:ext cx="6492240" cy="182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9564AA-D388-44A3-AE1B-7D6296CB52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1480" y="4158708"/>
            <a:ext cx="6492240" cy="9315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71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00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29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58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868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515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344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73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002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57697B-055F-437C-A0FC-D2ABEC78D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1164438"/>
            <a:ext cx="6492240" cy="182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5044B9-A4F1-4184-8828-E147C4860F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1480" y="4158708"/>
            <a:ext cx="3017520" cy="9315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71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00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29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58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868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515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344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73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002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DA62B4-FB02-4838-8803-E194D8C5F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886200" y="4158708"/>
            <a:ext cx="3017520" cy="9315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71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00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29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58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868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515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344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73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002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2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393A67-4F98-44E0-B4A6-E6B207B1C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1480" y="1164438"/>
            <a:ext cx="6492240" cy="182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65AF6F-2B79-45BB-BB05-D650ADEBCA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1480" y="4158708"/>
            <a:ext cx="3017520" cy="9315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71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00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29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58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868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5156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3444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732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00200" indent="-137160"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har char="•"/>
              <a:defRPr sz="1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ad3ca808e4ed3" /><Relationship Type="http://schemas.openxmlformats.org/officeDocument/2006/relationships/slideLayout" Target="/ppt/slideLayouts/slideLayout1.xml" Id="Rd235ad16e6ee49c5" /><Relationship Type="http://schemas.openxmlformats.org/officeDocument/2006/relationships/slideLayout" Target="/ppt/slideLayouts/slideLayout2.xml" Id="R7e4dab65181e4b02" /><Relationship Type="http://schemas.openxmlformats.org/officeDocument/2006/relationships/slideLayout" Target="/ppt/slideLayouts/slideLayout3.xml" Id="R5b3b217113624024" /><Relationship Type="http://schemas.openxmlformats.org/officeDocument/2006/relationships/slideLayout" Target="/ppt/slideLayouts/slideLayout4.xml" Id="Rd6c2fd0546194884" /><Relationship Type="http://schemas.openxmlformats.org/officeDocument/2006/relationships/slideLayout" Target="/ppt/slideLayouts/slideLayout5.xml" Id="R67a7c14d26a44055" /><Relationship Type="http://schemas.openxmlformats.org/officeDocument/2006/relationships/slideLayout" Target="/ppt/slideLayouts/slideLayout6.xml" Id="Rc5c055ecb6e1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5ad16e6ee49c5"/>
    <p:sldLayoutId xmlns:r="http://schemas.openxmlformats.org/officeDocument/2006/relationships" id="2147483650" r:id="R7e4dab65181e4b02"/>
    <p:sldLayoutId xmlns:r="http://schemas.openxmlformats.org/officeDocument/2006/relationships" id="2147483651" r:id="R5b3b217113624024"/>
    <p:sldLayoutId xmlns:r="http://schemas.openxmlformats.org/officeDocument/2006/relationships" id="2147483652" r:id="Rd6c2fd0546194884"/>
    <p:sldLayoutId xmlns:r="http://schemas.openxmlformats.org/officeDocument/2006/relationships" id="2147483653" r:id="R67a7c14d26a44055"/>
    <p:sldLayoutId xmlns:r="http://schemas.openxmlformats.org/officeDocument/2006/relationships" id="2147483654" r:id="Rc5c055ecb6e1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f41b1207e4b35" /><Relationship Type="http://schemas.openxmlformats.org/officeDocument/2006/relationships/image" Target="/ppt/media/image.png" Id="R1d643056655a4de6" /><Relationship Type="http://schemas.openxmlformats.org/officeDocument/2006/relationships/image" Target="/ppt/media/image2.png" Id="R81c7f5c41f294701" /><Relationship Type="http://schemas.openxmlformats.org/officeDocument/2006/relationships/image" Target="/ppt/media/image3.png" Id="R524ca6d63be84a49" /><Relationship Type="http://schemas.openxmlformats.org/officeDocument/2006/relationships/image" Target="/ppt/media/image4.png" Id="R25f84b0450ce4d86" /><Relationship Type="http://schemas.openxmlformats.org/officeDocument/2006/relationships/image" Target="/ppt/media/image.svg" Id="R61a60f7f45df4954" /><Relationship Type="http://schemas.openxmlformats.org/officeDocument/2006/relationships/notesSlide" Target="/ppt/notesSlides/notesSlide1.xml" Id="R2d00047153324e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6F915-9204-4E2A-81A4-FEFFB2CA0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43056655a4d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315200" cy="1497135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92F4F-E0BD-4E20-BA17-E7893AD9E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7f5c41f294701"/>
          <a:stretch xmlns:a="http://schemas.openxmlformats.org/drawingml/2006/main"/>
        </p:blipFill>
        <p:spPr>
          <a:xfrm xmlns:a="http://schemas.openxmlformats.org/drawingml/2006/main">
            <a:off x="5509993" y="340950"/>
            <a:ext cx="1442948" cy="465762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D2B8-A579-4A3B-9FA4-C361AD94B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ca6d63be84a49"/>
          <a:stretch xmlns:a="http://schemas.openxmlformats.org/drawingml/2006/main"/>
        </p:blipFill>
        <p:spPr>
          <a:xfrm xmlns:a="http://schemas.openxmlformats.org/drawingml/2006/main">
            <a:off x="517513" y="12100674"/>
            <a:ext cx="1190280" cy="119028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DAC27-CF88-4320-9DC0-FB1F29102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84b0450ce4d86">
            <a:extLst>
              <a:ext uri="{96DAC541-7B7A-43D3-8B79-37D633B846F1}">
                <asvg:svgBlip xmlns:asvg="http://schemas.microsoft.com/office/drawing/2016/SVG/main" r:embed="R61a60f7f45df49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504" y="228315"/>
            <a:ext cx="1400330" cy="821933"/>
          </a:xfrm>
          <a:prstGeom xmlns:a="http://schemas.openxmlformats.org/drawingml/2006/main" prst="rect">
            <a:avLst/>
          </a:prstGeom>
        </p:spPr>
      </p:pic>
      <p:sp>
        <p:nvSpPr>
          <p:cNvPr id="6" name="separator">
            <a:extLst xmlns:a="http://schemas.openxmlformats.org/drawingml/2006/main">
              <a:ext uri="{FF2B5EF4-FFF2-40B4-BE49-F238E27FC236}">
                <a16:creationId xmlns:a16="http://schemas.microsoft.com/office/drawing/2014/main" id="{C38166F0-9E98-433A-91F4-FAC1FD6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423" y="687988"/>
            <a:ext cx="258757" cy="487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defPPr>
            <a:lvl1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1pPr>
            <a:lvl2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2pPr>
            <a:lvl3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3pPr>
            <a:lvl4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4pPr>
            <a:lvl5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5pPr>
            <a:lvl6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6pPr>
            <a:lvl7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7pPr>
            <a:lvl8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8pPr>
            <a:lvl9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pPr>
            <a:r>
              <a:rPr sz="2278" b="0">
                <a:solidFill>
                  <a:srgbClr val="1F1F1D"/>
                </a:solidFill>
                <a:latin typeface="仿宋"/>
                <a:ea typeface="仿宋"/>
                <a:cs typeface="仿宋"/>
              </a:rPr>
              <a:t>/</a:t>
            </a:r>
          </a:p>
        </p:txBody>
      </p:sp>
      <p:sp>
        <p:nvSpPr>
          <p:cNvPr id="7" name="day">
            <a:extLst xmlns:a="http://schemas.openxmlformats.org/drawingml/2006/main">
              <a:ext uri="{FF2B5EF4-FFF2-40B4-BE49-F238E27FC236}">
                <a16:creationId xmlns:a16="http://schemas.microsoft.com/office/drawing/2014/main" id="{75521312-129D-48F3-BE5C-57C3E406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47" y="362259"/>
            <a:ext cx="669723" cy="487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defPPr>
            <a:lvl1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1pPr>
            <a:lvl2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2pPr>
            <a:lvl3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3pPr>
            <a:lvl4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4pPr>
            <a:lvl5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5pPr>
            <a:lvl6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6pPr>
            <a:lvl7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7pPr>
            <a:lvl8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8pPr>
            <a:lvl9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仿宋"/>
                <a:ea typeface="仿宋"/>
                <a:cs typeface="仿宋"/>
              </a:defRPr>
            </a:pPr>
            <a:r>
              <a:rPr sz="5077" b="0">
                <a:solidFill>
                  <a:srgbClr val="1F1F1D"/>
                </a:solidFill>
                <a:latin typeface="仿宋"/>
                <a:ea typeface="仿宋"/>
                <a:cs typeface="仿宋"/>
              </a:rPr>
              <a:t>16</a:t>
            </a:r>
          </a:p>
        </p:txBody>
      </p:sp>
      <p:sp>
        <p:nvSpPr>
          <p:cNvPr id="8" name="metadata">
            <a:extLst xmlns:a="http://schemas.openxmlformats.org/drawingml/2006/main">
              <a:ext uri="{FF2B5EF4-FFF2-40B4-BE49-F238E27FC236}">
                <a16:creationId xmlns:a16="http://schemas.microsoft.com/office/drawing/2014/main" id="{4E191C3C-D6F8-4A02-A088-789DC15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1659086"/>
            <a:ext cx="2739775" cy="1522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lnSpc>
                <a:spcPts val="3439"/>
              </a:lnSpc>
              <a:buNone/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星期五</a:t>
            </a:r>
            <a:b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</a:b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宜品味</a:t>
            </a:r>
            <a:b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</a:b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世界粮食日</a:t>
            </a:r>
          </a:p>
        </p:txBody>
      </p:sp>
      <p:sp>
        <p:nvSpPr>
          <p:cNvPr id="9" name="quote">
            <a:extLst xmlns:a="http://schemas.openxmlformats.org/drawingml/2006/main">
              <a:ext uri="{FF2B5EF4-FFF2-40B4-BE49-F238E27FC236}">
                <a16:creationId xmlns:a16="http://schemas.microsoft.com/office/drawing/2014/main" id="{FB2B6A6B-4C10-4726-BB09-01A1D341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5220794"/>
            <a:ext cx="6642622" cy="21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pc="72" sz="36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雪沫乳花浮午盏</a:t>
            </a:r>
            <a:br>
              <a:rPr spc="72" sz="36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</a:br>
            <a:r>
              <a:rPr spc="72" sz="36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蓼茸蒿笋试春盘</a:t>
            </a:r>
            <a:br>
              <a:rPr spc="72" sz="36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</a:br>
            <a:r>
              <a:rPr spc="72" sz="36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人间有味是清欢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B2EB6E87-7FC4-46E5-A5C7-C3B53E8A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7762697"/>
            <a:ext cx="4261873" cy="24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《浣溪沙·细雨斜风作晓寒》</a:t>
            </a:r>
          </a:p>
        </p:txBody>
      </p:sp>
      <p:sp>
        <p:nvSpPr>
          <p:cNvPr id="11" name="author">
            <a:extLst xmlns:a="http://schemas.openxmlformats.org/drawingml/2006/main">
              <a:ext uri="{FF2B5EF4-FFF2-40B4-BE49-F238E27FC236}">
                <a16:creationId xmlns:a16="http://schemas.microsoft.com/office/drawing/2014/main" id="{12143804-27B0-4842-AB8C-02EAE266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8173663"/>
            <a:ext cx="2435356" cy="24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苏轼</a:t>
            </a:r>
          </a:p>
        </p:txBody>
      </p:sp>
      <p:sp>
        <p:nvSpPr>
          <p:cNvPr id="12" name="identity">
            <a:extLst xmlns:a="http://schemas.openxmlformats.org/drawingml/2006/main">
              <a:ext uri="{FF2B5EF4-FFF2-40B4-BE49-F238E27FC236}">
                <a16:creationId xmlns:a16="http://schemas.microsoft.com/office/drawing/2014/main" id="{D47743A1-16D1-42FA-946C-4806D19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8584629"/>
            <a:ext cx="4870712" cy="24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北宋文学家、书法家、画家</a:t>
            </a:r>
          </a:p>
        </p:txBody>
      </p:sp>
      <p:sp>
        <p:nvSpPr>
          <p:cNvPr id="13" name="lifetime">
            <a:extLst xmlns:a="http://schemas.openxmlformats.org/drawingml/2006/main">
              <a:ext uri="{FF2B5EF4-FFF2-40B4-BE49-F238E27FC236}">
                <a16:creationId xmlns:a16="http://schemas.microsoft.com/office/drawing/2014/main" id="{6A3E0F51-6989-4D05-A621-8261B639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04" y="8995596"/>
            <a:ext cx="5479551" cy="243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z="191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1037年1月8日—1101年8月24日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F021873D-225E-4562-B420-6798CEFC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13" y="13546667"/>
            <a:ext cx="2191820" cy="66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defPPr>
            <a:lvl1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2pPr>
            <a:lvl3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3pPr>
            <a:lvl4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4pPr>
            <a:lvl5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5pPr>
            <a:lvl6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6pPr>
            <a:lvl7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7pPr>
            <a:lvl8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8pPr>
            <a:lvl9pPr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buNone/>
              <a:defRPr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defRPr>
            </a:pPr>
            <a:r>
              <a:rPr spc="280" sz="14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助力行业先锋</a:t>
            </a:r>
            <a:br>
              <a:rPr spc="280" sz="14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</a:br>
            <a:r>
              <a:rPr spc="280" sz="1400" b="0">
                <a:solidFill>
                  <a:srgbClr val="1F1F1D"/>
                </a:solidFill>
                <a:latin typeface="微软雅黑 Light"/>
                <a:ea typeface="微软雅黑 Light"/>
                <a:cs typeface="微软雅黑 Light"/>
              </a:rPr>
              <a:t>实现品牌进化</a:t>
            </a:r>
          </a:p>
        </p:txBody>
      </p:sp>
    </p:spTree>
    <p:extLst>
      <p:ext uri="{BB962C8B-B14F-4D97-AF65-F5344CB8AC3E}">
        <p14:creationId xmlns:p14="http://schemas.microsoft.com/office/powerpoint/2010/main" val="30800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2026-10-21T04:55:00.3690000Z</dcterms:created>
  <dcterms:modified xsi:type="dcterms:W3CDTF">2026-10-21T04:55:00.3690000Z</dcterms:modified>
</coreProperties>
</file>